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9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BECD0D-2DFE-624E-AD27-87114A22C015}" v="58" dt="2024-03-14T02:14:42.6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79"/>
    <p:restoredTop sz="94710"/>
  </p:normalViewPr>
  <p:slideViewPr>
    <p:cSldViewPr snapToGrid="0">
      <p:cViewPr varScale="1">
        <p:scale>
          <a:sx n="143" d="100"/>
          <a:sy n="143" d="100"/>
        </p:scale>
        <p:origin x="248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978B1-56EB-2771-F08F-1102BCFACE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96E058-74F5-209E-9A95-F8672C5D68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18F6E-BDD6-504C-8E78-41B0A987C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3/28/24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A57492-331C-9AB3-3915-F39AF0D44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E15F2-EB4A-7D23-D1F5-8F2F52B4C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950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31FEB-7311-135B-A1DF-EB191D962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8D164-8F25-101D-E1F0-B12F3C80A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16715D-9EA7-4B54-AB70-95A622782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3/28/24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996695-84AC-C540-C3AE-612EA0C08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143EE2-00EA-78E5-7AA7-85762C30B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754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344E3-7419-BB36-6C11-994CD93F9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01E3C2-B01D-E18B-3B79-A4C58EE584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F552D-D5B4-E069-80EE-0584DAA73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3/28/24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A6F9B7-92CD-A6E8-631C-41E65FE2C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DACDA9-484A-976A-8FA5-C0462B7AE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424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199A3-7BB4-EB75-7FAC-FF79FE006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9C9B0-9144-CF42-5FF9-7B2E79A064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1575E6-0988-76FC-CED6-E11E90668D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45F64B-9091-8FF4-A137-DB92A4793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3/28/24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F6385F-2FF3-6639-8E22-587E0C129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938C8C-0DAD-A09D-6F40-87C469579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96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79F33-77C8-3D56-4798-2B6147A8A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868E21-89DA-2695-0AC9-652C52144D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CD50E4-3D81-F970-A424-DB0E201C58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CAEF87-947E-D0F2-8271-B75DD54EA0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F60D0-C74F-82F2-422C-58C0DE884D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8CC79C-AD27-F052-F568-FC2A17757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3/28/24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9B78FB-026F-DB2D-133D-14B6E1ADE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8BD25B-1963-186F-F447-34357DF93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816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EADF4-79B2-E4B2-3DD0-A72C3ECB8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32AD6E-83E9-B948-1486-31E32D768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3/28/24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C521B8-F5EF-1FBC-8387-844FEA009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97F2F6-1EDF-9923-CE04-A10C78E6B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910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5E74F1-82FC-490E-F088-1EDC6C61D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3/28/24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01FA99-86B0-F3EC-44A4-9DBC7C732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AEEC05-032A-A62F-1673-EFC7BC21D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670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EECBA-0C70-2197-B5A6-E4674A273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DEA96-540A-C02F-8CB7-B542E08237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E2008B-75BD-E89B-8067-0E16D70D4D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B9B105-A8E6-0706-884B-32E5D2C48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3/28/24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7E1A8-5595-F2AF-2252-592AB9F7E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3F1DC-6CD8-DE32-A733-26042D9DC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192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2301D-61FC-C3D4-8A9E-00ABB3E8A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76FC8E-698B-E02E-A876-04513039E5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632100-4D83-ED6E-BBA8-67E8A35DAB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4DED0F-FA63-B128-F198-E422DD360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3/28/24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A6694-9E4B-D5CE-2408-6DA197570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3F21EA-129E-6DF9-35B9-39A5953B5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698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449E1-7DE0-CCF8-DD79-709B976F5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98F899-98C1-3C55-4F64-2229EA5336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6514F8-768E-8A1E-0122-E2DB22809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3/28/24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62D5D-F19A-2557-FF17-ACF8764DC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605CE-8415-D555-5DF0-68E0A1D0A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017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7C9778-5182-D03D-181B-76563ABBE1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3595D6-F346-A6FE-8DA2-5AC29B54C3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0286DC-5CB9-19A4-1AE3-C6830E4F0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3/28/24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51BE8E-7310-71C6-940B-3AE3A4518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E12FE6-CE30-F679-E3B6-A38BE9158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37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B6D929-AA6D-06A3-EACD-D656A131C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74AB9B-154D-A3E2-787D-7C780D1C63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C2017-C3ED-9E5F-BEB0-A72D9D3244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41B595-366B-43E2-A22E-EA6A78C03F06}" type="datetimeFigureOut">
              <a:rPr lang="en-US" smtClean="0"/>
              <a:t>3/28/24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90E2C-B610-699D-801B-B460F90936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81984-D95D-7674-2E2B-196C7F4B4F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951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4" r:id="rId1"/>
    <p:sldLayoutId id="2147483995" r:id="rId2"/>
    <p:sldLayoutId id="2147483996" r:id="rId3"/>
    <p:sldLayoutId id="2147483997" r:id="rId4"/>
    <p:sldLayoutId id="2147483998" r:id="rId5"/>
    <p:sldLayoutId id="2147483999" r:id="rId6"/>
    <p:sldLayoutId id="2147484000" r:id="rId7"/>
    <p:sldLayoutId id="2147484001" r:id="rId8"/>
    <p:sldLayoutId id="2147484002" r:id="rId9"/>
    <p:sldLayoutId id="2147484003" r:id="rId10"/>
    <p:sldLayoutId id="214748400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blur-bokeh-bright-christmas-lights-831079/" TargetMode="Externa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8" name="Rectangle 137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5" name="Picture 44" descr="A colorful lines on a black background&#10;&#10;Description automatically generated">
            <a:extLst>
              <a:ext uri="{FF2B5EF4-FFF2-40B4-BE49-F238E27FC236}">
                <a16:creationId xmlns:a16="http://schemas.microsoft.com/office/drawing/2014/main" id="{76DCBFAE-58E9-F4A7-D24D-BCB3BDB54B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091" r="19563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39" name="Rectangle 138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9B036D-2C53-AFFF-363D-60B4A935E9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800"/>
              <a:t>AZURE AND MICROSOFT DYNAMICS 365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5015CA-6A7D-CAAB-7DBB-69722EABAB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en-US" sz="1700"/>
              <a:t>Nitin Verma Indukuri(Z23740572)</a:t>
            </a:r>
          </a:p>
          <a:p>
            <a:pPr algn="l"/>
            <a:r>
              <a:rPr lang="en-US" sz="1700"/>
              <a:t>Muhamad sahal(Z22692536)</a:t>
            </a:r>
          </a:p>
          <a:p>
            <a:pPr algn="l"/>
            <a:r>
              <a:rPr lang="en-US" sz="1700"/>
              <a:t>Sai Sravani Madhabhushi(Z23752172)</a:t>
            </a:r>
          </a:p>
          <a:p>
            <a:pPr algn="l"/>
            <a:endParaRPr lang="en-US" sz="1700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7470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ompany's process&#10;&#10;Description automatically generated">
            <a:extLst>
              <a:ext uri="{FF2B5EF4-FFF2-40B4-BE49-F238E27FC236}">
                <a16:creationId xmlns:a16="http://schemas.microsoft.com/office/drawing/2014/main" id="{567E2F53-4F96-EF24-7BBA-CBB7686E182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"/>
          <a:stretch/>
        </p:blipFill>
        <p:spPr>
          <a:xfrm>
            <a:off x="20" y="1282"/>
            <a:ext cx="12191980" cy="6757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403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business application&#10;&#10;Description automatically generated">
            <a:extLst>
              <a:ext uri="{FF2B5EF4-FFF2-40B4-BE49-F238E27FC236}">
                <a16:creationId xmlns:a16="http://schemas.microsoft.com/office/drawing/2014/main" id="{C32A6C4E-C7F1-C8DE-219C-3A30974FF9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499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pplications with text&#10;&#10;Description automatically generated with medium confidence">
            <a:extLst>
              <a:ext uri="{FF2B5EF4-FFF2-40B4-BE49-F238E27FC236}">
                <a16:creationId xmlns:a16="http://schemas.microsoft.com/office/drawing/2014/main" id="{719EAE52-FA12-6EF4-53F5-313E878A97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397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ustomer engagement&#10;&#10;Description automatically generated">
            <a:extLst>
              <a:ext uri="{FF2B5EF4-FFF2-40B4-BE49-F238E27FC236}">
                <a16:creationId xmlns:a16="http://schemas.microsoft.com/office/drawing/2014/main" id="{D3B3D04E-121A-A62B-DFF1-2F16D226DF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870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customer service&#10;&#10;Description automatically generated">
            <a:extLst>
              <a:ext uri="{FF2B5EF4-FFF2-40B4-BE49-F238E27FC236}">
                <a16:creationId xmlns:a16="http://schemas.microsoft.com/office/drawing/2014/main" id="{352F7B59-68D8-447B-14FF-452D32EACD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3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3E3954A5-F61D-54D5-1B46-123DA1741D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276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ompany's financial account&#10;&#10;Description automatically generated">
            <a:extLst>
              <a:ext uri="{FF2B5EF4-FFF2-40B4-BE49-F238E27FC236}">
                <a16:creationId xmlns:a16="http://schemas.microsoft.com/office/drawing/2014/main" id="{71F85E62-04B6-DC82-DFE3-D09047DBF1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155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supply chain management&#10;&#10;Description automatically generated">
            <a:extLst>
              <a:ext uri="{FF2B5EF4-FFF2-40B4-BE49-F238E27FC236}">
                <a16:creationId xmlns:a16="http://schemas.microsoft.com/office/drawing/2014/main" id="{3884BC45-FF11-AB29-679B-FE1C202406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75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human resources&#10;&#10;Description automatically generated">
            <a:extLst>
              <a:ext uri="{FF2B5EF4-FFF2-40B4-BE49-F238E27FC236}">
                <a16:creationId xmlns:a16="http://schemas.microsoft.com/office/drawing/2014/main" id="{62D0B069-ED87-E89B-C8DE-4706B09E547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24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retail business&#10;&#10;Description automatically generated">
            <a:extLst>
              <a:ext uri="{FF2B5EF4-FFF2-40B4-BE49-F238E27FC236}">
                <a16:creationId xmlns:a16="http://schemas.microsoft.com/office/drawing/2014/main" id="{11F50784-72DA-9A4B-25C7-F7502E1BE45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3004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ompany&#10;&#10;Description automatically generated">
            <a:extLst>
              <a:ext uri="{FF2B5EF4-FFF2-40B4-BE49-F238E27FC236}">
                <a16:creationId xmlns:a16="http://schemas.microsoft.com/office/drawing/2014/main" id="{F6DA68CA-1293-4102-30BB-1B59A3B7F7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computer component&#10;&#10;Description automatically generated">
            <a:extLst>
              <a:ext uri="{FF2B5EF4-FFF2-40B4-BE49-F238E27FC236}">
                <a16:creationId xmlns:a16="http://schemas.microsoft.com/office/drawing/2014/main" id="{7830351B-B484-ED8A-3DD4-D625489C56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2845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tring of lights in the dark&#10;&#10;Description automatically generated">
            <a:extLst>
              <a:ext uri="{FF2B5EF4-FFF2-40B4-BE49-F238E27FC236}">
                <a16:creationId xmlns:a16="http://schemas.microsoft.com/office/drawing/2014/main" id="{CA24A9B1-E4AE-0866-FD3C-0EACD3F5E80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9423" b="6307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3FBD27-97E9-D1E9-F6FF-8AF037725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>
                <a:solidFill>
                  <a:srgbClr val="FFFFFF"/>
                </a:solidFill>
              </a:rPr>
              <a:t>Thankyou.</a:t>
            </a:r>
          </a:p>
        </p:txBody>
      </p:sp>
    </p:spTree>
    <p:extLst>
      <p:ext uri="{BB962C8B-B14F-4D97-AF65-F5344CB8AC3E}">
        <p14:creationId xmlns:p14="http://schemas.microsoft.com/office/powerpoint/2010/main" val="1223803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</TotalTime>
  <Words>24</Words>
  <Application>Microsoft Macintosh PowerPoint</Application>
  <PresentationFormat>Widescreen</PresentationFormat>
  <Paragraphs>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AZURE AND MICROSOFT DYNAMICS 365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AND MICROSOFT DYNAMICS 365</dc:title>
  <dc:creator>Nitin Verma Indukuri</dc:creator>
  <cp:lastModifiedBy>Nitin Verma Indukuri</cp:lastModifiedBy>
  <cp:revision>3</cp:revision>
  <dcterms:created xsi:type="dcterms:W3CDTF">2024-03-14T00:22:47Z</dcterms:created>
  <dcterms:modified xsi:type="dcterms:W3CDTF">2024-03-28T19:39:09Z</dcterms:modified>
</cp:coreProperties>
</file>